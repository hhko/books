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76" d="100"/>
          <a:sy n="76" d="100"/>
        </p:scale>
        <p:origin x="69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920C6-2EE8-4C63-A449-74771467E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694D42-E5E5-4BCA-B50C-F015E554C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E49B97-DF0E-4D79-8E27-35E30B53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1578B-8454-464E-BB8C-D266F054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D1A1B-E72C-42FD-BE08-DC22A3E6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27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E3BF5-ADE3-4D16-AD9E-24BEF58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318904-76CD-498C-89FB-74609FF48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7640A-A904-4F82-9C0C-0AA31273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8AD42-8B6F-41B9-90EF-E4EF6D78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4C305F-2122-4168-874F-B277690E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45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7F6B4-24F9-488F-A35A-92743BC3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BB0C31-9B65-40E9-BE87-3B3F27D83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41104-C02C-4896-8771-93A0046C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294184-43FA-43DD-902F-7A54F333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E938D-C559-4A1A-96C9-52E065E7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21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C184F-3081-4A05-8FA6-7C5548BF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A49800-0078-446B-9B70-7F672CA22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9F6C09-AC71-4EB1-9207-D9F1E9460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738B3B-BE10-4FB7-BD78-193829BA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2E9040-750B-4C28-9621-B0E356C1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C03628-DBD7-4E92-BE16-667D58CB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20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4F96A-28D7-45ED-ACAA-65D8B4F1F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57DF31-07B1-4148-B2AE-944E4E585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FABF99-112C-47AF-A028-1ABB671D4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3D9BAB-C8BA-4843-BA62-F5D930DFC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FD560E-7F04-4585-8BED-440F6861A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58F3DC-D01C-417D-8622-EA697576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C09D34-B1AE-4E8B-A877-C6558BE7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CC728E-C865-4645-A49C-5F0C2A24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76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72EC9-2A45-4193-AF73-FAEAB22D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1C37F7-3FAE-4E6F-805C-F5727694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475EEF-FB99-4F36-97A1-FB6F9D7C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1C0816-C5DB-44CF-B955-72BCA5C4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758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F9B67A-2FCC-41A6-8F4F-78F6BA9B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D66968-F0DB-4710-9D7B-F850B336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BB62D-C4E7-475C-9D7E-5FCAF7BB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48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7BD8B-BAD4-4D2E-9FD4-3028247E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E238C-2514-4170-8A5B-C28D4891B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375D6A-03DA-4049-A657-9EC700264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EA85BB-3782-4A1E-A771-89C28860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E89F00-C0DD-4668-BCEA-8A3ACB15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01AA27-EDA9-40DD-A245-CAAE52C8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98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9835B-B90C-4942-A709-870CFADA2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6E250C-4BFE-46C2-BB38-7224A01D6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DCBEFA-1E44-43DB-A826-4F4D166C4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BC38D0-6AA4-4E5F-996C-E4955F49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1B8522-9ED6-4180-BED6-AE660647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B30CF6-A369-49AF-A7BE-F1C7D79D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09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891A5-B720-4BCC-A368-53E71C71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C52F41-9DAD-42EB-A397-0C590E752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3C94A-CC97-4620-80ED-73CCDC1D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08912-DC3F-4A88-8A56-07916676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388CC9-24A8-4B94-B338-259F4EF8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90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18DA08-69D3-4677-A96A-AAB65DCA7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F24C7F-A874-4875-A729-A5BEB5102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B3A6C3-FCAF-4EF6-BBD4-9F4A855D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17E023-4686-497C-8162-BF26DC86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2E079-DD99-454F-BE81-4FD2407F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86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570CFE-4C21-4891-9459-46263065A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5A5DF3-2D0D-434F-A4BE-2E45961C5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2B181-F22C-467D-8E89-C63EE179F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C74D8-2185-4951-AC15-85D3082A9FC5}" type="datetimeFigureOut">
              <a:rPr lang="en-GB" smtClean="0"/>
              <a:t>04/07/2021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DB9463-3CC0-484A-96C9-C07E8CCCC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C39475-9B6E-4568-AD87-E577EF03D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554AC-DFF4-40D4-8EE6-F68F072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15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3CCD7B9-0A14-4CA0-9F69-C4B37C518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386" y="3210534"/>
            <a:ext cx="3189833" cy="17987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6CBC7D-3706-4AFF-A1C5-CEF64D742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06" y="557592"/>
            <a:ext cx="4648595" cy="227196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F94D22-4508-4D59-8C57-7DB28E725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27" y="898330"/>
            <a:ext cx="1159260" cy="126396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C9D04AF-94E3-4A2B-ABBC-01F60EFC6839}"/>
              </a:ext>
            </a:extLst>
          </p:cNvPr>
          <p:cNvCxnSpPr/>
          <p:nvPr/>
        </p:nvCxnSpPr>
        <p:spPr>
          <a:xfrm>
            <a:off x="2654968" y="1447800"/>
            <a:ext cx="45212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EF3BED-6D90-48CE-AA18-8F9ADF27EC68}"/>
              </a:ext>
            </a:extLst>
          </p:cNvPr>
          <p:cNvCxnSpPr>
            <a:cxnSpLocks/>
          </p:cNvCxnSpPr>
          <p:nvPr/>
        </p:nvCxnSpPr>
        <p:spPr>
          <a:xfrm>
            <a:off x="2738788" y="1270855"/>
            <a:ext cx="46161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83BA0C7-BA19-4436-8CF4-9DEA648033F3}"/>
              </a:ext>
            </a:extLst>
          </p:cNvPr>
          <p:cNvCxnSpPr>
            <a:cxnSpLocks/>
          </p:cNvCxnSpPr>
          <p:nvPr/>
        </p:nvCxnSpPr>
        <p:spPr>
          <a:xfrm>
            <a:off x="2812448" y="1107440"/>
            <a:ext cx="51495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E4EAE2B-0416-4F2E-8A55-95D2D3A1FFA5}"/>
              </a:ext>
            </a:extLst>
          </p:cNvPr>
          <p:cNvCxnSpPr>
            <a:cxnSpLocks/>
          </p:cNvCxnSpPr>
          <p:nvPr/>
        </p:nvCxnSpPr>
        <p:spPr>
          <a:xfrm>
            <a:off x="3429000" y="1046480"/>
            <a:ext cx="278582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2720692-4039-4548-B347-982DFBA4CEA4}"/>
              </a:ext>
            </a:extLst>
          </p:cNvPr>
          <p:cNvCxnSpPr/>
          <p:nvPr/>
        </p:nvCxnSpPr>
        <p:spPr>
          <a:xfrm flipH="1">
            <a:off x="1186161" y="1351280"/>
            <a:ext cx="127130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B043207-583F-454C-9EC4-A62148011D76}"/>
              </a:ext>
            </a:extLst>
          </p:cNvPr>
          <p:cNvCxnSpPr>
            <a:cxnSpLocks/>
          </p:cNvCxnSpPr>
          <p:nvPr/>
        </p:nvCxnSpPr>
        <p:spPr>
          <a:xfrm>
            <a:off x="3190315" y="1351280"/>
            <a:ext cx="10085" cy="177883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11847EF7-E40F-44E6-B936-31471800A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864" y="758129"/>
            <a:ext cx="5754148" cy="586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4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 형호</dc:creator>
  <cp:lastModifiedBy>고 형호</cp:lastModifiedBy>
  <cp:revision>3</cp:revision>
  <dcterms:created xsi:type="dcterms:W3CDTF">2021-07-03T12:38:06Z</dcterms:created>
  <dcterms:modified xsi:type="dcterms:W3CDTF">2021-07-04T06:57:09Z</dcterms:modified>
</cp:coreProperties>
</file>