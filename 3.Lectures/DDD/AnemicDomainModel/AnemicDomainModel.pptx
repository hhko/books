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94" d="100"/>
          <a:sy n="94" d="100"/>
        </p:scale>
        <p:origin x="78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E5D4A-82A3-4C28-B54C-00A1EB481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3A65B9-095C-4043-8CE5-2E7A23B9C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C19ECE-8270-40D7-8BAE-852C0BCBF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6A1-5E65-424A-8FF4-70294F673B43}" type="datetimeFigureOut">
              <a:rPr lang="en-GB" smtClean="0"/>
              <a:t>02/08/2021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8F47A2-F0DC-476E-A3F2-559364963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2C7AC-EF30-491C-B221-65FBF821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7D08-6EC1-474E-BD75-33F35F25E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25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8A237-DF28-4D77-B627-682F9BDF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FA125-2EE1-48D1-922B-81CB759C7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A02FC3-39E6-4237-8AF0-E548F4A0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6A1-5E65-424A-8FF4-70294F673B43}" type="datetimeFigureOut">
              <a:rPr lang="en-GB" smtClean="0"/>
              <a:t>02/08/2021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6448A0-A1B3-48B7-8863-ED42D6A0D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8E0E14-D44B-49EA-9897-C03A2177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7D08-6EC1-474E-BD75-33F35F25E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323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679B3-40AC-45AC-B57A-C76764083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3DF021-5F5B-4AD5-AB36-AE692C67B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1F0FAF-2F2B-4456-B61A-21DD70D6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6A1-5E65-424A-8FF4-70294F673B43}" type="datetimeFigureOut">
              <a:rPr lang="en-GB" smtClean="0"/>
              <a:t>02/08/2021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3751E9-6963-47CF-927B-1B7DD16EC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60B4E-067E-4F63-B5E7-441122679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7D08-6EC1-474E-BD75-33F35F25E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0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F5569E-788B-478A-BDC7-3C4B123E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E5D284-D693-411C-854D-0E7AE951E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757402-26CB-4837-80E4-DDD44D0DA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62AF2F-21F9-4241-BF10-81AA85D4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6A1-5E65-424A-8FF4-70294F673B43}" type="datetimeFigureOut">
              <a:rPr lang="en-GB" smtClean="0"/>
              <a:t>02/08/2021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094AB5-1000-4ECE-9DEC-BD2D53287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97482E-09B4-4B61-B7AB-7CF380A6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7D08-6EC1-474E-BD75-33F35F25E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93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181EE-7313-4FF2-9598-3AE9E9E47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F69854-CD0C-42FC-BADF-41F2B6CCB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3BDF96-7DEF-4621-8993-60712E1B2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CC7372-3753-49AB-8704-2F1967700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297F70-C4C6-4B9F-A53B-4F1EFCF07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29816E8-71F7-44A8-8715-FF1642E5E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6A1-5E65-424A-8FF4-70294F673B43}" type="datetimeFigureOut">
              <a:rPr lang="en-GB" smtClean="0"/>
              <a:t>02/08/2021</a:t>
            </a:fld>
            <a:endParaRPr lang="en-GB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8BF2A8D-E10C-4F88-929D-3371D5B2E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57E93A-C17E-4ACF-977F-9A87554A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7D08-6EC1-474E-BD75-33F35F25E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161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F6C9E-BDCD-4613-9D3E-06C6575D9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9AA8FD-F9CA-4CA3-BFCB-3DD8089CD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6A1-5E65-424A-8FF4-70294F673B43}" type="datetimeFigureOut">
              <a:rPr lang="en-GB" smtClean="0"/>
              <a:t>02/08/2021</a:t>
            </a:fld>
            <a:endParaRPr lang="en-GB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0AF055-3D46-4097-9162-12FC8D6C7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69A587-5797-449F-B674-F9B0BF70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7D08-6EC1-474E-BD75-33F35F25E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93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775AB7-FC22-45EE-A2C1-23D702D5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6A1-5E65-424A-8FF4-70294F673B43}" type="datetimeFigureOut">
              <a:rPr lang="en-GB" smtClean="0"/>
              <a:t>02/08/2021</a:t>
            </a:fld>
            <a:endParaRPr lang="en-GB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C99F11-4662-400C-85E0-127CE1B8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1DCB46-D7BF-4D7C-9737-3B79495E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7D08-6EC1-474E-BD75-33F35F25E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024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59D4D-9FCE-4AB9-AB7E-66E886CB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0E4378-CE8B-4D15-A891-E9403C0B6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418B63-BC59-4AE7-A0C4-4BF685309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930D85-55C3-42D1-A5B9-177DE236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6A1-5E65-424A-8FF4-70294F673B43}" type="datetimeFigureOut">
              <a:rPr lang="en-GB" smtClean="0"/>
              <a:t>02/08/2021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08E1D6-8162-4EFF-BFD9-84A72D0FC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7C0679-95FF-4475-8AF6-4C9A4D3D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7D08-6EC1-474E-BD75-33F35F25E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09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B96AEB-2203-4696-87D9-0BA7C335E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B8C393-565E-4354-9416-531C4F37F1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EA0466-2527-45E7-8B27-D0C6D9D00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B1F7D3-16D4-44BE-9366-1654A9BF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6A1-5E65-424A-8FF4-70294F673B43}" type="datetimeFigureOut">
              <a:rPr lang="en-GB" smtClean="0"/>
              <a:t>02/08/2021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E8DE0C-A807-406A-8317-F03D41DED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127F29-E9A4-427D-A5A3-F0D23172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7D08-6EC1-474E-BD75-33F35F25E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39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6BB35-184C-4643-9942-1CFB28F80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F8C309-A3C9-4746-8355-17BE541F7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C0D901-63F8-476B-B655-12DB3A186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6A1-5E65-424A-8FF4-70294F673B43}" type="datetimeFigureOut">
              <a:rPr lang="en-GB" smtClean="0"/>
              <a:t>02/08/2021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6A003A-8BB2-493C-9E96-79CFF871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CC63FF-AC38-4A62-AFFA-7D70B52E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7D08-6EC1-474E-BD75-33F35F25E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318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DAEB7E-3581-46EE-91EE-ED30860DC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10ED1D-44F5-4155-8EFA-1B56742F1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F41346-A290-461E-A820-A3CE170B3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46A1-5E65-424A-8FF4-70294F673B43}" type="datetimeFigureOut">
              <a:rPr lang="en-GB" smtClean="0"/>
              <a:t>02/08/2021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A49268-BBD5-47E9-9649-503CF7D8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064E16-14A5-4B55-8209-6FEDDB05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7D08-6EC1-474E-BD75-33F35F25E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949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885DBF-8B3B-492F-9B80-664E5AE3E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2A3CFD-2FAA-48CD-94D2-05166B749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55459-5A73-4CCC-B3D9-22539546D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846A1-5E65-424A-8FF4-70294F673B43}" type="datetimeFigureOut">
              <a:rPr lang="en-GB" smtClean="0"/>
              <a:t>02/08/2021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CFD0F5-FF72-46DB-AF79-2B54525DE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FF352F-357D-4190-A247-0E84A1817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7D08-6EC1-474E-BD75-33F35F25ED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81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838F508-2EC2-4A3B-950A-381D6CD44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66390"/>
            <a:ext cx="7228840" cy="2993422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C6E18AE-526C-4ABF-A1B0-786B5242AF57}"/>
              </a:ext>
            </a:extLst>
          </p:cNvPr>
          <p:cNvSpPr/>
          <p:nvPr/>
        </p:nvSpPr>
        <p:spPr>
          <a:xfrm>
            <a:off x="1173480" y="1660333"/>
            <a:ext cx="6614160" cy="47752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C19AF2-AE95-4704-B31D-307BC2860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668" y="2911807"/>
            <a:ext cx="4162743" cy="2911009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BAF315C-F5BB-49B2-8413-A6016CBFE066}"/>
              </a:ext>
            </a:extLst>
          </p:cNvPr>
          <p:cNvCxnSpPr>
            <a:cxnSpLocks/>
          </p:cNvCxnSpPr>
          <p:nvPr/>
        </p:nvCxnSpPr>
        <p:spPr>
          <a:xfrm>
            <a:off x="5186680" y="2137853"/>
            <a:ext cx="0" cy="117430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635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C686A0-1261-434A-9BA8-9039CB053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40" y="1672156"/>
            <a:ext cx="5755640" cy="1976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1EEE75-11A6-4EA8-BF56-44934A923BC3}"/>
              </a:ext>
            </a:extLst>
          </p:cNvPr>
          <p:cNvSpPr txBox="1"/>
          <p:nvPr/>
        </p:nvSpPr>
        <p:spPr>
          <a:xfrm>
            <a:off x="2291080" y="692666"/>
            <a:ext cx="165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CustomerName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C06D7-FD52-46D6-A258-6FD88FCD9FCB}"/>
              </a:ext>
            </a:extLst>
          </p:cNvPr>
          <p:cNvSpPr txBox="1"/>
          <p:nvPr/>
        </p:nvSpPr>
        <p:spPr>
          <a:xfrm>
            <a:off x="6530341" y="662940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string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58FAD56-0113-4369-B1C0-289165849722}"/>
              </a:ext>
            </a:extLst>
          </p:cNvPr>
          <p:cNvGrpSpPr/>
          <p:nvPr/>
        </p:nvGrpSpPr>
        <p:grpSpPr>
          <a:xfrm>
            <a:off x="6512561" y="722392"/>
            <a:ext cx="187960" cy="309880"/>
            <a:chOff x="5298441" y="694452"/>
            <a:chExt cx="187960" cy="309880"/>
          </a:xfrm>
          <a:noFill/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8CFF58C-A50F-4C0F-90DD-E6AA54D83DC4}"/>
                </a:ext>
              </a:extLst>
            </p:cNvPr>
            <p:cNvSpPr/>
            <p:nvPr/>
          </p:nvSpPr>
          <p:spPr>
            <a:xfrm>
              <a:off x="5298441" y="694452"/>
              <a:ext cx="187960" cy="1828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E040C1B-A214-4F27-AA6F-6FAB5854C54C}"/>
                </a:ext>
              </a:extLst>
            </p:cNvPr>
            <p:cNvSpPr/>
            <p:nvPr/>
          </p:nvSpPr>
          <p:spPr>
            <a:xfrm>
              <a:off x="5298441" y="821452"/>
              <a:ext cx="187960" cy="1828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ED7829C-D003-45FD-82E7-5A89B23BB58A}"/>
              </a:ext>
            </a:extLst>
          </p:cNvPr>
          <p:cNvGrpSpPr/>
          <p:nvPr/>
        </p:nvGrpSpPr>
        <p:grpSpPr>
          <a:xfrm>
            <a:off x="3708401" y="723424"/>
            <a:ext cx="187960" cy="309880"/>
            <a:chOff x="5298441" y="694452"/>
            <a:chExt cx="187960" cy="309880"/>
          </a:xfrm>
          <a:noFill/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175E737-DE9A-4E1A-98D6-3946038C4474}"/>
                </a:ext>
              </a:extLst>
            </p:cNvPr>
            <p:cNvSpPr/>
            <p:nvPr/>
          </p:nvSpPr>
          <p:spPr>
            <a:xfrm>
              <a:off x="5298441" y="694452"/>
              <a:ext cx="187960" cy="1828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21FF4C5-EDEA-4F6B-B4AB-2E4B58511430}"/>
                </a:ext>
              </a:extLst>
            </p:cNvPr>
            <p:cNvSpPr/>
            <p:nvPr/>
          </p:nvSpPr>
          <p:spPr>
            <a:xfrm>
              <a:off x="5298441" y="821452"/>
              <a:ext cx="187960" cy="1828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12B14B8-C11A-4B8F-A4CA-81B9BB90E57B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896361" y="813832"/>
            <a:ext cx="2616200" cy="10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9073F6A-5FB8-48D2-8EBF-6E1CBDE250E9}"/>
              </a:ext>
            </a:extLst>
          </p:cNvPr>
          <p:cNvCxnSpPr>
            <a:cxnSpLocks/>
          </p:cNvCxnSpPr>
          <p:nvPr/>
        </p:nvCxnSpPr>
        <p:spPr>
          <a:xfrm flipH="1">
            <a:off x="3896361" y="940832"/>
            <a:ext cx="2616200" cy="1032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5F1B73C-85E5-4218-B4F2-5B20FC8E677B}"/>
              </a:ext>
            </a:extLst>
          </p:cNvPr>
          <p:cNvSpPr txBox="1"/>
          <p:nvPr/>
        </p:nvSpPr>
        <p:spPr>
          <a:xfrm>
            <a:off x="4423254" y="452259"/>
            <a:ext cx="1562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</a:rPr>
              <a:t>무조건 성공</a:t>
            </a:r>
            <a:r>
              <a:rPr lang="en-GB" altLang="ko-KR" sz="1200" b="1" dirty="0">
                <a:solidFill>
                  <a:srgbClr val="0070C0"/>
                </a:solidFill>
              </a:rPr>
              <a:t> : explicit</a:t>
            </a:r>
            <a:endParaRPr lang="en-GB" sz="1200" b="1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40AD80-FEC5-479D-978C-46EF7544777E}"/>
              </a:ext>
            </a:extLst>
          </p:cNvPr>
          <p:cNvSpPr txBox="1"/>
          <p:nvPr/>
        </p:nvSpPr>
        <p:spPr>
          <a:xfrm>
            <a:off x="3953958" y="992219"/>
            <a:ext cx="2501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C00000"/>
                </a:solidFill>
              </a:rPr>
              <a:t>성공</a:t>
            </a:r>
            <a:r>
              <a:rPr lang="en-GB" altLang="ko-KR" sz="1200" b="1" dirty="0">
                <a:solidFill>
                  <a:srgbClr val="C00000"/>
                </a:solidFill>
              </a:rPr>
              <a:t> or</a:t>
            </a:r>
            <a:r>
              <a:rPr lang="ko-KR" altLang="en-US" sz="1200" b="1" dirty="0">
                <a:solidFill>
                  <a:srgbClr val="C00000"/>
                </a:solidFill>
              </a:rPr>
              <a:t> 실패</a:t>
            </a:r>
            <a:r>
              <a:rPr lang="en-GB" altLang="ko-KR" sz="1200" b="1" dirty="0">
                <a:solidFill>
                  <a:srgbClr val="C00000"/>
                </a:solidFill>
              </a:rPr>
              <a:t>(</a:t>
            </a:r>
            <a:r>
              <a:rPr lang="ko-KR" altLang="en-US" sz="1200" b="1" dirty="0">
                <a:solidFill>
                  <a:srgbClr val="C00000"/>
                </a:solidFill>
              </a:rPr>
              <a:t>유효성 검사</a:t>
            </a:r>
            <a:r>
              <a:rPr lang="en-GB" altLang="ko-KR" sz="1200" b="1" dirty="0">
                <a:solidFill>
                  <a:srgbClr val="C00000"/>
                </a:solidFill>
              </a:rPr>
              <a:t>)</a:t>
            </a:r>
            <a:r>
              <a:rPr lang="ko-KR" altLang="en-US" sz="1200" b="1" dirty="0">
                <a:solidFill>
                  <a:srgbClr val="C00000"/>
                </a:solidFill>
              </a:rPr>
              <a:t> </a:t>
            </a:r>
            <a:r>
              <a:rPr lang="en-GB" altLang="ko-KR" sz="1200" b="1" dirty="0">
                <a:solidFill>
                  <a:srgbClr val="C00000"/>
                </a:solidFill>
              </a:rPr>
              <a:t>: implicit</a:t>
            </a:r>
            <a:endParaRPr lang="en-GB" sz="1200" b="1" dirty="0">
              <a:solidFill>
                <a:srgbClr val="C00000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67C78A9-7A91-4549-B429-13F249AB4C7E}"/>
              </a:ext>
            </a:extLst>
          </p:cNvPr>
          <p:cNvSpPr/>
          <p:nvPr/>
        </p:nvSpPr>
        <p:spPr>
          <a:xfrm>
            <a:off x="2997200" y="2550160"/>
            <a:ext cx="721361" cy="597466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F099EFF-97E0-4BEB-958B-1641645AFC3B}"/>
              </a:ext>
            </a:extLst>
          </p:cNvPr>
          <p:cNvSpPr/>
          <p:nvPr/>
        </p:nvSpPr>
        <p:spPr>
          <a:xfrm>
            <a:off x="2997200" y="1566508"/>
            <a:ext cx="721361" cy="59746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2D05A5BC-42C5-4E91-989F-CC1AABF5F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17" y="4051509"/>
            <a:ext cx="4256766" cy="172875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AC76DC1-53DE-4AD0-8C94-6D9856E5D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039" y="4051509"/>
            <a:ext cx="3311151" cy="1728750"/>
          </a:xfrm>
          <a:prstGeom prst="rect">
            <a:avLst/>
          </a:prstGeom>
        </p:spPr>
      </p:pic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8CCBA21-F5B8-45CD-A1B4-DD0DA10C2610}"/>
              </a:ext>
            </a:extLst>
          </p:cNvPr>
          <p:cNvSpPr/>
          <p:nvPr/>
        </p:nvSpPr>
        <p:spPr>
          <a:xfrm>
            <a:off x="5051992" y="4834604"/>
            <a:ext cx="1183639" cy="621316"/>
          </a:xfrm>
          <a:prstGeom prst="rightArrow">
            <a:avLst>
              <a:gd name="adj1" fmla="val 7452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6D90DE-EF5E-452E-BF4F-B1707EF9B72B}"/>
              </a:ext>
            </a:extLst>
          </p:cNvPr>
          <p:cNvSpPr txBox="1"/>
          <p:nvPr/>
        </p:nvSpPr>
        <p:spPr>
          <a:xfrm>
            <a:off x="5226576" y="4991374"/>
            <a:ext cx="763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적용 후</a:t>
            </a:r>
            <a:endParaRPr lang="en-GB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700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54451F0-5BF1-4412-AC1F-16489A44F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37" y="541655"/>
            <a:ext cx="4757103" cy="9185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F553C2-5AEA-47C9-8ABA-FDDCA05A8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97" y="541655"/>
            <a:ext cx="4757103" cy="973331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85D57B85-C5BD-42F5-8DC9-E80A3BC59FBD}"/>
              </a:ext>
            </a:extLst>
          </p:cNvPr>
          <p:cNvSpPr/>
          <p:nvPr/>
        </p:nvSpPr>
        <p:spPr>
          <a:xfrm>
            <a:off x="5173912" y="801084"/>
            <a:ext cx="1183639" cy="621316"/>
          </a:xfrm>
          <a:prstGeom prst="rightArrow">
            <a:avLst>
              <a:gd name="adj1" fmla="val 7452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9EADBA-F93E-436D-B835-DC9EE002BF19}"/>
              </a:ext>
            </a:extLst>
          </p:cNvPr>
          <p:cNvSpPr txBox="1"/>
          <p:nvPr/>
        </p:nvSpPr>
        <p:spPr>
          <a:xfrm>
            <a:off x="5348496" y="95785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변경</a:t>
            </a:r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FFE4D-AADD-430E-9426-E99E1D0F2481}"/>
              </a:ext>
            </a:extLst>
          </p:cNvPr>
          <p:cNvSpPr txBox="1"/>
          <p:nvPr/>
        </p:nvSpPr>
        <p:spPr>
          <a:xfrm>
            <a:off x="1671320" y="1813560"/>
            <a:ext cx="2077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Dollars  price = </a:t>
            </a:r>
            <a:r>
              <a:rPr lang="en-GB" sz="1400" b="1" dirty="0">
                <a:solidFill>
                  <a:srgbClr val="0070C0"/>
                </a:solidFill>
              </a:rPr>
              <a:t>(Dollars)</a:t>
            </a:r>
            <a:r>
              <a:rPr lang="en-GB" sz="1400" dirty="0"/>
              <a:t>4;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36C54-9BFF-45A5-8F10-48A59F107293}"/>
              </a:ext>
            </a:extLst>
          </p:cNvPr>
          <p:cNvSpPr txBox="1"/>
          <p:nvPr/>
        </p:nvSpPr>
        <p:spPr>
          <a:xfrm>
            <a:off x="7142480" y="1813560"/>
            <a:ext cx="2299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Dollars  price = </a:t>
            </a:r>
            <a:r>
              <a:rPr lang="en-GB" sz="1400" b="1" dirty="0" err="1">
                <a:solidFill>
                  <a:srgbClr val="0070C0"/>
                </a:solidFill>
              </a:rPr>
              <a:t>Dollars.Of</a:t>
            </a:r>
            <a:r>
              <a:rPr lang="en-GB" sz="1400" b="1" dirty="0">
                <a:solidFill>
                  <a:srgbClr val="0070C0"/>
                </a:solidFill>
              </a:rPr>
              <a:t>(</a:t>
            </a:r>
            <a:r>
              <a:rPr lang="en-GB" sz="1400" dirty="0"/>
              <a:t>4</a:t>
            </a:r>
            <a:r>
              <a:rPr lang="en-GB" sz="1400" dirty="0">
                <a:solidFill>
                  <a:srgbClr val="0070C0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50008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1C6D7BE-E678-4BE6-899E-4BE631D79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20" y="1074549"/>
            <a:ext cx="7955710" cy="425945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177F1ED8-2C33-46CE-87D6-2C99F65C7CDA}"/>
              </a:ext>
            </a:extLst>
          </p:cNvPr>
          <p:cNvSpPr/>
          <p:nvPr/>
        </p:nvSpPr>
        <p:spPr>
          <a:xfrm>
            <a:off x="7680960" y="1310640"/>
            <a:ext cx="701040" cy="68580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3715344-723C-4015-8D9E-783FCB80C2CB}"/>
              </a:ext>
            </a:extLst>
          </p:cNvPr>
          <p:cNvCxnSpPr>
            <a:cxnSpLocks/>
          </p:cNvCxnSpPr>
          <p:nvPr/>
        </p:nvCxnSpPr>
        <p:spPr>
          <a:xfrm flipH="1">
            <a:off x="4678681" y="1778000"/>
            <a:ext cx="3042919" cy="10109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58A6E4-7251-4CB8-8CDF-DAA4797FBC0B}"/>
              </a:ext>
            </a:extLst>
          </p:cNvPr>
          <p:cNvCxnSpPr/>
          <p:nvPr/>
        </p:nvCxnSpPr>
        <p:spPr>
          <a:xfrm>
            <a:off x="3733800" y="3078480"/>
            <a:ext cx="156464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FFC45B3-E6F2-4932-9B7C-02E03FAC79E1}"/>
              </a:ext>
            </a:extLst>
          </p:cNvPr>
          <p:cNvCxnSpPr/>
          <p:nvPr/>
        </p:nvCxnSpPr>
        <p:spPr>
          <a:xfrm>
            <a:off x="5496560" y="4104640"/>
            <a:ext cx="156464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화살표: 위쪽/아래쪽 14">
            <a:extLst>
              <a:ext uri="{FF2B5EF4-FFF2-40B4-BE49-F238E27FC236}">
                <a16:creationId xmlns:a16="http://schemas.microsoft.com/office/drawing/2014/main" id="{5E63A3B5-EFCF-4479-8195-1DBE7C3B6B08}"/>
              </a:ext>
            </a:extLst>
          </p:cNvPr>
          <p:cNvSpPr/>
          <p:nvPr/>
        </p:nvSpPr>
        <p:spPr>
          <a:xfrm rot="18900000">
            <a:off x="5184182" y="3072809"/>
            <a:ext cx="472440" cy="839125"/>
          </a:xfrm>
          <a:prstGeom prst="upDownArrow">
            <a:avLst>
              <a:gd name="adj1" fmla="val 71289"/>
              <a:gd name="adj2" fmla="val 50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EB78D4-F874-433A-B9AE-46D75764DE20}"/>
              </a:ext>
            </a:extLst>
          </p:cNvPr>
          <p:cNvSpPr txBox="1"/>
          <p:nvPr/>
        </p:nvSpPr>
        <p:spPr>
          <a:xfrm>
            <a:off x="5203323" y="3323094"/>
            <a:ext cx="434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Vs.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80B49F-AA8D-4181-A7C9-AD695B3EA4B4}"/>
              </a:ext>
            </a:extLst>
          </p:cNvPr>
          <p:cNvSpPr txBox="1"/>
          <p:nvPr/>
        </p:nvSpPr>
        <p:spPr>
          <a:xfrm>
            <a:off x="5772834" y="32443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C00000"/>
                </a:solidFill>
              </a:rPr>
              <a:t>외부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0D3FB7-4910-414A-A164-A8ED7BC56621}"/>
              </a:ext>
            </a:extLst>
          </p:cNvPr>
          <p:cNvSpPr txBox="1"/>
          <p:nvPr/>
        </p:nvSpPr>
        <p:spPr>
          <a:xfrm>
            <a:off x="4421639" y="32562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C00000"/>
                </a:solidFill>
              </a:rPr>
              <a:t>내부</a:t>
            </a:r>
            <a:endParaRPr lang="en-GB" b="1" dirty="0">
              <a:solidFill>
                <a:srgbClr val="C00000"/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B2EF94F-544A-4981-B582-DD673AE97A39}"/>
              </a:ext>
            </a:extLst>
          </p:cNvPr>
          <p:cNvCxnSpPr/>
          <p:nvPr/>
        </p:nvCxnSpPr>
        <p:spPr>
          <a:xfrm>
            <a:off x="5161280" y="1818640"/>
            <a:ext cx="85852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F07CA0E-3F7D-42AF-B3C9-F024A4E4CEBD}"/>
              </a:ext>
            </a:extLst>
          </p:cNvPr>
          <p:cNvSpPr txBox="1"/>
          <p:nvPr/>
        </p:nvSpPr>
        <p:spPr>
          <a:xfrm>
            <a:off x="4887152" y="1868458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도메인 표현</a:t>
            </a:r>
            <a:endParaRPr lang="en-GB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166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E6D9803-5FEF-4DB2-8D21-0D6CB4A24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734" y="2865782"/>
            <a:ext cx="5675094" cy="25342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3538C2C-F5ED-49AC-8F0F-D81526472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6" y="749998"/>
            <a:ext cx="4159250" cy="19420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5B0623E-988C-4C00-8B8F-1A700FC4F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304" y="1540899"/>
            <a:ext cx="6838950" cy="219075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6BFE47FA-AC76-4E69-BAD1-4EDF9DB10352}"/>
              </a:ext>
            </a:extLst>
          </p:cNvPr>
          <p:cNvSpPr/>
          <p:nvPr/>
        </p:nvSpPr>
        <p:spPr>
          <a:xfrm>
            <a:off x="4192100" y="1391881"/>
            <a:ext cx="718908" cy="517109"/>
          </a:xfrm>
          <a:prstGeom prst="rightArrow">
            <a:avLst>
              <a:gd name="adj1" fmla="val 7682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B3AD15-C4F6-41B3-9172-B8CA7B3B6D6C}"/>
              </a:ext>
            </a:extLst>
          </p:cNvPr>
          <p:cNvSpPr txBox="1"/>
          <p:nvPr/>
        </p:nvSpPr>
        <p:spPr>
          <a:xfrm>
            <a:off x="4254037" y="148115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변경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B8437-C951-438D-9645-354C3809B4F7}"/>
              </a:ext>
            </a:extLst>
          </p:cNvPr>
          <p:cNvSpPr txBox="1"/>
          <p:nvPr/>
        </p:nvSpPr>
        <p:spPr>
          <a:xfrm>
            <a:off x="4465457" y="301479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ORM</a:t>
            </a:r>
          </a:p>
        </p:txBody>
      </p:sp>
      <p:sp>
        <p:nvSpPr>
          <p:cNvPr id="13" name="오른쪽 중괄호 12">
            <a:extLst>
              <a:ext uri="{FF2B5EF4-FFF2-40B4-BE49-F238E27FC236}">
                <a16:creationId xmlns:a16="http://schemas.microsoft.com/office/drawing/2014/main" id="{56EA8CA2-E541-442A-957C-CFB35E84B287}"/>
              </a:ext>
            </a:extLst>
          </p:cNvPr>
          <p:cNvSpPr/>
          <p:nvPr/>
        </p:nvSpPr>
        <p:spPr>
          <a:xfrm>
            <a:off x="4164223" y="2874057"/>
            <a:ext cx="131552" cy="675702"/>
          </a:xfrm>
          <a:prstGeom prst="rightBrace">
            <a:avLst>
              <a:gd name="adj1" fmla="val 91599"/>
              <a:gd name="adj2" fmla="val 50000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오른쪽 중괄호 13">
            <a:extLst>
              <a:ext uri="{FF2B5EF4-FFF2-40B4-BE49-F238E27FC236}">
                <a16:creationId xmlns:a16="http://schemas.microsoft.com/office/drawing/2014/main" id="{DD77F8B8-5B26-4926-A1CA-4D108C451E04}"/>
              </a:ext>
            </a:extLst>
          </p:cNvPr>
          <p:cNvSpPr/>
          <p:nvPr/>
        </p:nvSpPr>
        <p:spPr>
          <a:xfrm>
            <a:off x="7941276" y="3688444"/>
            <a:ext cx="131552" cy="812120"/>
          </a:xfrm>
          <a:prstGeom prst="rightBrace">
            <a:avLst>
              <a:gd name="adj1" fmla="val 91599"/>
              <a:gd name="adj2" fmla="val 50000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CFA69A-07A9-4699-B58C-6CC01ED0CA45}"/>
              </a:ext>
            </a:extLst>
          </p:cNvPr>
          <p:cNvSpPr txBox="1"/>
          <p:nvPr/>
        </p:nvSpPr>
        <p:spPr>
          <a:xfrm>
            <a:off x="8153400" y="3940615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</a:rPr>
              <a:t>필수 입력</a:t>
            </a:r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6" name="오른쪽 중괄호 15">
            <a:extLst>
              <a:ext uri="{FF2B5EF4-FFF2-40B4-BE49-F238E27FC236}">
                <a16:creationId xmlns:a16="http://schemas.microsoft.com/office/drawing/2014/main" id="{185E843D-38A8-4CAC-9FA1-0EC97CE96524}"/>
              </a:ext>
            </a:extLst>
          </p:cNvPr>
          <p:cNvSpPr/>
          <p:nvPr/>
        </p:nvSpPr>
        <p:spPr>
          <a:xfrm>
            <a:off x="5447915" y="4536169"/>
            <a:ext cx="131552" cy="669244"/>
          </a:xfrm>
          <a:prstGeom prst="rightBrace">
            <a:avLst>
              <a:gd name="adj1" fmla="val 91599"/>
              <a:gd name="adj2" fmla="val 50000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04A2D-4ED6-4450-A384-706BBA37D68F}"/>
              </a:ext>
            </a:extLst>
          </p:cNvPr>
          <p:cNvSpPr txBox="1"/>
          <p:nvPr/>
        </p:nvSpPr>
        <p:spPr>
          <a:xfrm>
            <a:off x="5707750" y="4716903"/>
            <a:ext cx="763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</a:rPr>
              <a:t>기본 값</a:t>
            </a:r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833A86-5C95-43CE-AA67-E03CAEA35E6E}"/>
              </a:ext>
            </a:extLst>
          </p:cNvPr>
          <p:cNvSpPr txBox="1"/>
          <p:nvPr/>
        </p:nvSpPr>
        <p:spPr>
          <a:xfrm>
            <a:off x="9234488" y="468612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도메인 지식</a:t>
            </a:r>
            <a:endParaRPr lang="en-GB" b="1" dirty="0">
              <a:solidFill>
                <a:srgbClr val="0070C0"/>
              </a:solidFill>
            </a:endParaRPr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75FBBB22-9D96-49A8-A087-6F8A44A16486}"/>
              </a:ext>
            </a:extLst>
          </p:cNvPr>
          <p:cNvCxnSpPr>
            <a:stCxn id="15" idx="3"/>
            <a:endCxn id="18" idx="0"/>
          </p:cNvCxnSpPr>
          <p:nvPr/>
        </p:nvCxnSpPr>
        <p:spPr>
          <a:xfrm>
            <a:off x="9096287" y="4094504"/>
            <a:ext cx="834065" cy="5916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42907AE-D5AC-4591-8BF9-F30D48635465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6471101" y="4870791"/>
            <a:ext cx="27633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119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89EFF98-3095-4F7D-B315-2B199C542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670847"/>
            <a:ext cx="5676900" cy="4299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1224098-EDE9-45CE-8210-A51E7463E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650" y="699371"/>
            <a:ext cx="4879480" cy="3728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7042A6A-7497-4569-9965-DAE6B050A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1985675"/>
            <a:ext cx="7385100" cy="43484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11E9D60-A76C-430C-AC01-4B3C2FEECF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4" y="5845892"/>
            <a:ext cx="5629266" cy="312737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190DF057-527B-4E86-917B-0D12E1AFE417}"/>
              </a:ext>
            </a:extLst>
          </p:cNvPr>
          <p:cNvSpPr/>
          <p:nvPr/>
        </p:nvSpPr>
        <p:spPr>
          <a:xfrm>
            <a:off x="1333500" y="492115"/>
            <a:ext cx="825500" cy="78739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E16E8D5-3C29-46FB-8354-DAB9AFE07218}"/>
              </a:ext>
            </a:extLst>
          </p:cNvPr>
          <p:cNvSpPr/>
          <p:nvPr/>
        </p:nvSpPr>
        <p:spPr>
          <a:xfrm>
            <a:off x="4895851" y="492115"/>
            <a:ext cx="825500" cy="78739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D1CADB7-9E48-43F8-8B1C-334F176189A4}"/>
              </a:ext>
            </a:extLst>
          </p:cNvPr>
          <p:cNvSpPr/>
          <p:nvPr/>
        </p:nvSpPr>
        <p:spPr>
          <a:xfrm>
            <a:off x="8794751" y="492115"/>
            <a:ext cx="825500" cy="78739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955951D-FB75-454C-A83B-CC1DBD9E7DFE}"/>
              </a:ext>
            </a:extLst>
          </p:cNvPr>
          <p:cNvSpPr/>
          <p:nvPr/>
        </p:nvSpPr>
        <p:spPr>
          <a:xfrm>
            <a:off x="1333500" y="1950095"/>
            <a:ext cx="825500" cy="787398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B2A561F-DE02-4899-959F-638C3E453331}"/>
              </a:ext>
            </a:extLst>
          </p:cNvPr>
          <p:cNvCxnSpPr>
            <a:stCxn id="15" idx="4"/>
            <a:endCxn id="18" idx="0"/>
          </p:cNvCxnSpPr>
          <p:nvPr/>
        </p:nvCxnSpPr>
        <p:spPr>
          <a:xfrm>
            <a:off x="1746250" y="1279513"/>
            <a:ext cx="0" cy="6705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3230E7C5-C8CB-480D-8F28-4DAACA6C264F}"/>
              </a:ext>
            </a:extLst>
          </p:cNvPr>
          <p:cNvSpPr/>
          <p:nvPr/>
        </p:nvSpPr>
        <p:spPr>
          <a:xfrm>
            <a:off x="4895851" y="1950095"/>
            <a:ext cx="825500" cy="787398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0E5D21B-B453-4C73-A751-BF2EEBD08AC4}"/>
              </a:ext>
            </a:extLst>
          </p:cNvPr>
          <p:cNvCxnSpPr>
            <a:cxnSpLocks/>
            <a:stCxn id="16" idx="4"/>
            <a:endCxn id="21" idx="0"/>
          </p:cNvCxnSpPr>
          <p:nvPr/>
        </p:nvCxnSpPr>
        <p:spPr>
          <a:xfrm>
            <a:off x="5308601" y="1279513"/>
            <a:ext cx="0" cy="6705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4B21BAE-25B3-43A6-8481-A78BB916C472}"/>
              </a:ext>
            </a:extLst>
          </p:cNvPr>
          <p:cNvSpPr txBox="1"/>
          <p:nvPr/>
        </p:nvSpPr>
        <p:spPr>
          <a:xfrm>
            <a:off x="5378798" y="1402032"/>
            <a:ext cx="54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get;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8E0257-4BFF-478F-A764-56D917B09C1C}"/>
              </a:ext>
            </a:extLst>
          </p:cNvPr>
          <p:cNvSpPr txBox="1"/>
          <p:nvPr/>
        </p:nvSpPr>
        <p:spPr>
          <a:xfrm>
            <a:off x="1768124" y="1402032"/>
            <a:ext cx="1491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>
                <a:solidFill>
                  <a:srgbClr val="0070C0"/>
                </a:solidFill>
              </a:rPr>
              <a:t>IReadOnlyList</a:t>
            </a:r>
            <a:endParaRPr lang="en-GB" b="1" dirty="0">
              <a:solidFill>
                <a:srgbClr val="0070C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2F6B559-124B-4C98-BDF9-9A28242B9054}"/>
              </a:ext>
            </a:extLst>
          </p:cNvPr>
          <p:cNvCxnSpPr>
            <a:cxnSpLocks/>
            <a:stCxn id="18" idx="5"/>
          </p:cNvCxnSpPr>
          <p:nvPr/>
        </p:nvCxnSpPr>
        <p:spPr>
          <a:xfrm>
            <a:off x="2038108" y="2622181"/>
            <a:ext cx="628894" cy="32962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48DD8DC-0432-48A4-80E5-24A12160CF19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2936843" y="2343794"/>
            <a:ext cx="1959008" cy="57243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B5976DD-AB86-4F6A-A415-4313C73250ED}"/>
              </a:ext>
            </a:extLst>
          </p:cNvPr>
          <p:cNvCxnSpPr>
            <a:stCxn id="17" idx="4"/>
          </p:cNvCxnSpPr>
          <p:nvPr/>
        </p:nvCxnSpPr>
        <p:spPr>
          <a:xfrm>
            <a:off x="9207501" y="1279513"/>
            <a:ext cx="36516" cy="4340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0488154-D437-4C14-B6E8-371CAB855790}"/>
              </a:ext>
            </a:extLst>
          </p:cNvPr>
          <p:cNvCxnSpPr>
            <a:cxnSpLocks/>
          </p:cNvCxnSpPr>
          <p:nvPr/>
        </p:nvCxnSpPr>
        <p:spPr>
          <a:xfrm flipH="1">
            <a:off x="2772598" y="3274343"/>
            <a:ext cx="1" cy="210410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52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BC488A4-B1A0-45CE-9CE0-9B5645988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45" y="3291845"/>
            <a:ext cx="5149929" cy="18066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573C9A-0C3A-4C09-A400-8F58DE89F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6" y="3291845"/>
            <a:ext cx="4449128" cy="19223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4261B7A-0F62-4732-9114-703A238D4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917" y="1890594"/>
            <a:ext cx="8229600" cy="126962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53AF3F-A65C-4BE0-B421-43568FF98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2778" y="698532"/>
            <a:ext cx="5662678" cy="51796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F34A02B-A613-4788-B57E-7BC1F0ED7C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01" y="698532"/>
            <a:ext cx="5054600" cy="7013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080AFD-164F-450A-BC08-2DE1FF022730}"/>
              </a:ext>
            </a:extLst>
          </p:cNvPr>
          <p:cNvSpPr txBox="1"/>
          <p:nvPr/>
        </p:nvSpPr>
        <p:spPr>
          <a:xfrm>
            <a:off x="1278494" y="329200"/>
            <a:ext cx="2430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</a:rPr>
              <a:t>로직 </a:t>
            </a:r>
            <a:r>
              <a:rPr lang="en-GB" altLang="ko-KR" b="1" dirty="0">
                <a:solidFill>
                  <a:srgbClr val="C00000"/>
                </a:solidFill>
              </a:rPr>
              <a:t>: </a:t>
            </a:r>
            <a:r>
              <a:rPr lang="ko-KR" altLang="en-US" b="1" dirty="0">
                <a:solidFill>
                  <a:srgbClr val="C00000"/>
                </a:solidFill>
              </a:rPr>
              <a:t>행위 </a:t>
            </a:r>
            <a:r>
              <a:rPr lang="en-GB" altLang="ko-KR" b="1" dirty="0">
                <a:solidFill>
                  <a:srgbClr val="C00000"/>
                </a:solidFill>
              </a:rPr>
              <a:t>= 1 : N(2</a:t>
            </a:r>
            <a:r>
              <a:rPr lang="ko-KR" altLang="en-US" b="1" dirty="0">
                <a:solidFill>
                  <a:srgbClr val="C00000"/>
                </a:solidFill>
              </a:rPr>
              <a:t>개</a:t>
            </a:r>
            <a:r>
              <a:rPr lang="en-GB" altLang="ko-KR" b="1" dirty="0">
                <a:solidFill>
                  <a:srgbClr val="C00000"/>
                </a:solidFill>
              </a:rPr>
              <a:t>)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0FA1D9-0876-46F0-8F8D-8503B2EDA10D}"/>
              </a:ext>
            </a:extLst>
          </p:cNvPr>
          <p:cNvSpPr txBox="1"/>
          <p:nvPr/>
        </p:nvSpPr>
        <p:spPr>
          <a:xfrm>
            <a:off x="7333689" y="354116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로직 </a:t>
            </a:r>
            <a:r>
              <a:rPr lang="en-GB" altLang="ko-KR" b="1" dirty="0">
                <a:solidFill>
                  <a:srgbClr val="0070C0"/>
                </a:solidFill>
              </a:rPr>
              <a:t>: </a:t>
            </a:r>
            <a:r>
              <a:rPr lang="ko-KR" altLang="en-US" b="1" dirty="0">
                <a:solidFill>
                  <a:srgbClr val="0070C0"/>
                </a:solidFill>
              </a:rPr>
              <a:t>행위 </a:t>
            </a:r>
            <a:r>
              <a:rPr lang="en-GB" altLang="ko-KR" b="1" dirty="0">
                <a:solidFill>
                  <a:srgbClr val="0070C0"/>
                </a:solidFill>
              </a:rPr>
              <a:t>= 1 : 1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4265EFC-05F5-41F0-AE7B-626181BB7357}"/>
              </a:ext>
            </a:extLst>
          </p:cNvPr>
          <p:cNvSpPr/>
          <p:nvPr/>
        </p:nvSpPr>
        <p:spPr>
          <a:xfrm>
            <a:off x="10407651" y="577867"/>
            <a:ext cx="825500" cy="787398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2F135F1-D503-450C-87F0-A84754814F5A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0820401" y="1365265"/>
            <a:ext cx="0" cy="4523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FE1E6BA8-261C-4A59-B019-478D38F8F0FF}"/>
              </a:ext>
            </a:extLst>
          </p:cNvPr>
          <p:cNvSpPr/>
          <p:nvPr/>
        </p:nvSpPr>
        <p:spPr>
          <a:xfrm>
            <a:off x="7333690" y="4207902"/>
            <a:ext cx="825500" cy="787398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2028D52-8F31-4A27-9BB4-C013577B0B2A}"/>
              </a:ext>
            </a:extLst>
          </p:cNvPr>
          <p:cNvCxnSpPr>
            <a:cxnSpLocks/>
          </p:cNvCxnSpPr>
          <p:nvPr/>
        </p:nvCxnSpPr>
        <p:spPr>
          <a:xfrm flipH="1">
            <a:off x="6096001" y="2235200"/>
            <a:ext cx="3968749" cy="5461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4F37353-95E6-425A-B2A5-AD352413BA2A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6204826" y="2903259"/>
            <a:ext cx="1249756" cy="14199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6EC6EB71-4593-40BF-B23C-ADC289DBCD7A}"/>
              </a:ext>
            </a:extLst>
          </p:cNvPr>
          <p:cNvSpPr/>
          <p:nvPr/>
        </p:nvSpPr>
        <p:spPr>
          <a:xfrm>
            <a:off x="1253958" y="4207902"/>
            <a:ext cx="825500" cy="78739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598B84F-26E9-4D91-888F-5E758FA85970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1666708" y="948559"/>
            <a:ext cx="0" cy="32593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B873171-A49C-4613-98C4-DCD4E0E5DE95}"/>
              </a:ext>
            </a:extLst>
          </p:cNvPr>
          <p:cNvSpPr txBox="1"/>
          <p:nvPr/>
        </p:nvSpPr>
        <p:spPr>
          <a:xfrm>
            <a:off x="5824750" y="4070350"/>
            <a:ext cx="463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/>
              <a:t>Vs.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C1027CE-DE7F-4940-A7F1-8DE6CCAD9233}"/>
              </a:ext>
            </a:extLst>
          </p:cNvPr>
          <p:cNvSpPr/>
          <p:nvPr/>
        </p:nvSpPr>
        <p:spPr>
          <a:xfrm>
            <a:off x="5062862" y="723080"/>
            <a:ext cx="718908" cy="517109"/>
          </a:xfrm>
          <a:prstGeom prst="rightArrow">
            <a:avLst>
              <a:gd name="adj1" fmla="val 7682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E9E8D2-B35C-47E0-9BCA-0D3071CE74BD}"/>
              </a:ext>
            </a:extLst>
          </p:cNvPr>
          <p:cNvSpPr txBox="1"/>
          <p:nvPr/>
        </p:nvSpPr>
        <p:spPr>
          <a:xfrm>
            <a:off x="5124799" y="81235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변경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54DBDD-05D9-47EE-BFA8-C1269B591F57}"/>
              </a:ext>
            </a:extLst>
          </p:cNvPr>
          <p:cNvSpPr txBox="1"/>
          <p:nvPr/>
        </p:nvSpPr>
        <p:spPr>
          <a:xfrm>
            <a:off x="7910545" y="5140916"/>
            <a:ext cx="3496470" cy="792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rgbClr val="0070C0"/>
                </a:solidFill>
              </a:rPr>
              <a:t>데이터를 불변으로 만든다</a:t>
            </a:r>
            <a:r>
              <a:rPr lang="en-GB" altLang="ko-KR" sz="1600" b="1" dirty="0">
                <a:solidFill>
                  <a:srgbClr val="0070C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70C0"/>
                </a:solidFill>
              </a:rPr>
              <a:t> </a:t>
            </a:r>
            <a:r>
              <a:rPr lang="en-US" altLang="ko-KR" sz="1400" b="1" dirty="0">
                <a:solidFill>
                  <a:srgbClr val="0070C0"/>
                </a:solidFill>
              </a:rPr>
              <a:t>※ </a:t>
            </a:r>
            <a:r>
              <a:rPr lang="ko-KR" altLang="en-US" sz="1400" b="1" dirty="0">
                <a:solidFill>
                  <a:srgbClr val="0070C0"/>
                </a:solidFill>
              </a:rPr>
              <a:t>불필요한 데이터 노출을 최소화 시킨다</a:t>
            </a:r>
            <a:r>
              <a:rPr lang="en-GB" altLang="ko-KR" sz="1400" b="1" dirty="0">
                <a:solidFill>
                  <a:srgbClr val="0070C0"/>
                </a:solidFill>
              </a:rPr>
              <a:t>.</a:t>
            </a:r>
            <a:endParaRPr lang="en-GB" sz="1400" b="1" dirty="0">
              <a:solidFill>
                <a:srgbClr val="0070C0"/>
              </a:solidFill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2672E800-EAC6-4F28-A1E2-51E2EC7030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6898" y="6159468"/>
            <a:ext cx="7258049" cy="494755"/>
          </a:xfrm>
          <a:prstGeom prst="rect">
            <a:avLst/>
          </a:prstGeom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D9EE130-C70D-4402-9C65-BB435978F35C}"/>
              </a:ext>
            </a:extLst>
          </p:cNvPr>
          <p:cNvCxnSpPr>
            <a:cxnSpLocks/>
          </p:cNvCxnSpPr>
          <p:nvPr/>
        </p:nvCxnSpPr>
        <p:spPr>
          <a:xfrm>
            <a:off x="7739656" y="4995300"/>
            <a:ext cx="6784" cy="12467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C714695-0F31-4A1E-9994-22284B1AABF1}"/>
              </a:ext>
            </a:extLst>
          </p:cNvPr>
          <p:cNvSpPr txBox="1"/>
          <p:nvPr/>
        </p:nvSpPr>
        <p:spPr>
          <a:xfrm>
            <a:off x="3872210" y="5967420"/>
            <a:ext cx="184056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ORM : </a:t>
            </a:r>
            <a:r>
              <a:rPr lang="ko-KR" altLang="en-US" sz="1400" dirty="0">
                <a:solidFill>
                  <a:srgbClr val="0070C0"/>
                </a:solidFill>
              </a:rPr>
              <a:t>읽기 전용 접근</a:t>
            </a:r>
            <a:endParaRPr lang="en-GB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746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6A4EF5F-6BC0-4AE9-9F77-04B99E77F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" y="539801"/>
            <a:ext cx="7412031" cy="27752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B07229A-A9AF-48A3-AB29-FFA61B368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" y="3542919"/>
            <a:ext cx="5161280" cy="79625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B43865A-DF47-4FD1-BF5D-72DA6F7F2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880" y="2110423"/>
            <a:ext cx="6610350" cy="4329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F15950F-E9F1-47FE-9B59-187563D010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3429000"/>
            <a:ext cx="6543040" cy="2286643"/>
          </a:xfrm>
          <a:prstGeom prst="rect">
            <a:avLst/>
          </a:prstGeom>
        </p:spPr>
      </p:pic>
      <p:sp>
        <p:nvSpPr>
          <p:cNvPr id="11" name="오른쪽 중괄호 10">
            <a:extLst>
              <a:ext uri="{FF2B5EF4-FFF2-40B4-BE49-F238E27FC236}">
                <a16:creationId xmlns:a16="http://schemas.microsoft.com/office/drawing/2014/main" id="{6A89447C-491E-4868-8F40-B7435170CC73}"/>
              </a:ext>
            </a:extLst>
          </p:cNvPr>
          <p:cNvSpPr/>
          <p:nvPr/>
        </p:nvSpPr>
        <p:spPr>
          <a:xfrm>
            <a:off x="4209943" y="1453084"/>
            <a:ext cx="118217" cy="1691436"/>
          </a:xfrm>
          <a:prstGeom prst="rightBrace">
            <a:avLst>
              <a:gd name="adj1" fmla="val 91599"/>
              <a:gd name="adj2" fmla="val 50000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F218EEF-1D20-48AD-8BB7-3BED6E494DE2}"/>
              </a:ext>
            </a:extLst>
          </p:cNvPr>
          <p:cNvSpPr/>
          <p:nvPr/>
        </p:nvSpPr>
        <p:spPr>
          <a:xfrm>
            <a:off x="1595120" y="1734922"/>
            <a:ext cx="909320" cy="56388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1A29806-1311-4D43-8D17-FB407B467BF1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2049780" y="1600200"/>
            <a:ext cx="359410" cy="13472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A21F9C1-9D85-4682-B171-AA5625A08A6B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2049780" y="2298802"/>
            <a:ext cx="571500" cy="5917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41F919-93AE-4331-A8CC-813885C504FB}"/>
              </a:ext>
            </a:extLst>
          </p:cNvPr>
          <p:cNvSpPr/>
          <p:nvPr/>
        </p:nvSpPr>
        <p:spPr>
          <a:xfrm>
            <a:off x="599440" y="2890520"/>
            <a:ext cx="193040" cy="203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EE18A94-05F8-4FDD-9313-982FCBF26B7E}"/>
              </a:ext>
            </a:extLst>
          </p:cNvPr>
          <p:cNvSpPr/>
          <p:nvPr/>
        </p:nvSpPr>
        <p:spPr>
          <a:xfrm>
            <a:off x="2504440" y="2923158"/>
            <a:ext cx="193040" cy="203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1A3318A8-47B7-49D7-8DED-70B7F5D02AE4}"/>
              </a:ext>
            </a:extLst>
          </p:cNvPr>
          <p:cNvCxnSpPr>
            <a:stCxn id="22" idx="2"/>
            <a:endCxn id="21" idx="2"/>
          </p:cNvCxnSpPr>
          <p:nvPr/>
        </p:nvCxnSpPr>
        <p:spPr>
          <a:xfrm rot="5400000" flipH="1">
            <a:off x="1632141" y="2157539"/>
            <a:ext cx="32638" cy="1905000"/>
          </a:xfrm>
          <a:prstGeom prst="bentConnector3">
            <a:avLst>
              <a:gd name="adj1" fmla="val -700411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547FCF05-3BBC-4CCF-AD22-DBE6AF804D6B}"/>
              </a:ext>
            </a:extLst>
          </p:cNvPr>
          <p:cNvSpPr/>
          <p:nvPr/>
        </p:nvSpPr>
        <p:spPr>
          <a:xfrm>
            <a:off x="6715760" y="4114010"/>
            <a:ext cx="492760" cy="507105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06A5D8-DA43-42B2-9186-3B9B779BEC83}"/>
              </a:ext>
            </a:extLst>
          </p:cNvPr>
          <p:cNvSpPr txBox="1"/>
          <p:nvPr/>
        </p:nvSpPr>
        <p:spPr>
          <a:xfrm>
            <a:off x="6202680" y="2813501"/>
            <a:ext cx="5048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Customer </a:t>
            </a:r>
            <a:r>
              <a:rPr lang="ko-KR" altLang="en-US" sz="1400" b="1" dirty="0">
                <a:solidFill>
                  <a:srgbClr val="0070C0"/>
                </a:solidFill>
              </a:rPr>
              <a:t>내부에서 </a:t>
            </a:r>
            <a:r>
              <a:rPr lang="en-GB" altLang="ko-KR" sz="1400" b="1" dirty="0" err="1">
                <a:solidFill>
                  <a:srgbClr val="C00000"/>
                </a:solidFill>
              </a:rPr>
              <a:t>PurchasedMovie</a:t>
            </a:r>
            <a:r>
              <a:rPr lang="ko-KR" altLang="en-US" sz="1400" b="1" dirty="0">
                <a:solidFill>
                  <a:srgbClr val="C00000"/>
                </a:solidFill>
              </a:rPr>
              <a:t>의 </a:t>
            </a:r>
            <a:r>
              <a:rPr lang="en-GB" altLang="ko-KR" sz="1400" b="1" dirty="0">
                <a:solidFill>
                  <a:srgbClr val="C00000"/>
                </a:solidFill>
              </a:rPr>
              <a:t>Customer Id</a:t>
            </a:r>
            <a:r>
              <a:rPr lang="ko-KR" altLang="en-US" sz="1400" dirty="0"/>
              <a:t>을 처리한다</a:t>
            </a:r>
            <a:r>
              <a:rPr lang="en-GB" altLang="ko-KR" sz="1400" dirty="0"/>
              <a:t>.</a:t>
            </a:r>
            <a:endParaRPr lang="en-GB" sz="14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6C16F85-7D2B-4A6D-8D07-B1015170ADD7}"/>
              </a:ext>
            </a:extLst>
          </p:cNvPr>
          <p:cNvCxnSpPr/>
          <p:nvPr/>
        </p:nvCxnSpPr>
        <p:spPr>
          <a:xfrm>
            <a:off x="6962140" y="3126358"/>
            <a:ext cx="0" cy="98765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037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와이드스크린</PresentationFormat>
  <Paragraphs>27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 형호</dc:creator>
  <cp:lastModifiedBy>고 형호</cp:lastModifiedBy>
  <cp:revision>1</cp:revision>
  <dcterms:created xsi:type="dcterms:W3CDTF">2021-08-03T10:21:47Z</dcterms:created>
  <dcterms:modified xsi:type="dcterms:W3CDTF">2021-08-03T10:22:17Z</dcterms:modified>
</cp:coreProperties>
</file>